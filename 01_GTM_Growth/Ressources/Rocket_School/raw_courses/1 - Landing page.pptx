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7" r:id="rId4"/>
    <p:sldId id="263" r:id="rId5"/>
    <p:sldId id="264" r:id="rId6"/>
    <p:sldId id="265" r:id="rId7"/>
    <p:sldId id="266" r:id="rId8"/>
    <p:sldId id="267" r:id="rId9"/>
    <p:sldId id="258" r:id="rId10"/>
    <p:sldId id="268" r:id="rId11"/>
    <p:sldId id="260" r:id="rId12"/>
    <p:sldId id="270" r:id="rId13"/>
    <p:sldId id="271" r:id="rId14"/>
    <p:sldId id="269" r:id="rId15"/>
    <p:sldId id="273" r:id="rId16"/>
    <p:sldId id="274" r:id="rId17"/>
    <p:sldId id="276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7E7"/>
    <a:srgbClr val="1F4E7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BC1DB-F904-4ED4-91EC-ED869F3FE908}" type="datetimeFigureOut">
              <a:rPr lang="fr-FR" smtClean="0"/>
              <a:t>24/11/2022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77C7D-0C16-438B-AA37-6324CDB825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29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2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1499D-1446-4E04-AAE9-0F53FA0E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4F14D-AFF3-470D-9806-087CEC071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E0A6ED-3CC6-4D50-9CFE-05B3EBC50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5E6A-7D02-4E43-8ACA-C8662A82C9C4}" type="datetime1">
              <a:rPr lang="fr-FR" smtClean="0"/>
              <a:t>24/11/2022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890BC0-0958-4CAE-95AE-5D71BF12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D66F5F-8328-4338-AC3F-32239B5C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19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48302-A599-4833-AFC0-1323DBCA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26B1E1-2F99-4DEF-9452-DD20A9E98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D01FB8-A82C-49BF-9B46-6E439F44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07CDB-0744-4C76-93AB-E8B7EE07BA7F}" type="datetime1">
              <a:rPr lang="fr-FR" smtClean="0"/>
              <a:t>24/11/2022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B381A4-F05D-4CF1-BBFA-7932ECE6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91D034-9C23-435C-991A-F06A3390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327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74BE04-6C9D-4EAD-BE8B-D9477278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5BF750-F6A3-4EE1-B9AA-1BAFCDAA2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EDE41D-71C0-45B1-8D96-ECBA40957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619CCB-53F4-46FD-9ED6-652BDF61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0AA8-DB14-44C6-956E-F6E0EEAD56F9}" type="datetime1">
              <a:rPr lang="fr-FR" smtClean="0"/>
              <a:t>24/11/2022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918141-0A9D-4E94-8BF9-58166F39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443D87-8997-4BC2-A259-8FD4500D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08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3BF19-4476-4566-9CEC-3E2E626D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9F6A3E-7141-4F74-BDA1-96690C75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641606-4939-4363-A8A2-26AFCBDA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76DEDB-0060-4A12-88A2-CFA6C3E00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DA22D7-639D-4375-948A-DD772BA06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E85279-70F7-4898-BABF-33CAF59F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4878F-7FAE-40E5-87E0-15E2E5B585C8}" type="datetime1">
              <a:rPr lang="fr-FR" smtClean="0"/>
              <a:t>24/11/2022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D99652-4A05-49D9-9BEC-E92BDF55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BAE0A0-FCC4-4F4C-8F90-12132C83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4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05936-6A3A-4300-ACFE-EEDFBC97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8909AB-093A-4BCB-9825-82200B0A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2122-D94C-419B-8AC0-48C98DAE3707}" type="datetime1">
              <a:rPr lang="fr-FR" smtClean="0"/>
              <a:t>24/11/2022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D1FF6E-F117-4151-9947-B6E031BB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FBC609-8C3A-4465-A7A9-2F643657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11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FA2BCE-5BE9-4F89-9981-DCBA0F85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C048-C528-4723-899C-F8862751532C}" type="datetime1">
              <a:rPr lang="fr-FR" smtClean="0"/>
              <a:t>24/11/2022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398552-706C-48C2-9C3B-288B6BF4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C78B2F-BF9F-4817-A1EC-58AACDA0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82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CA24E-0E39-467C-916D-53B9FDD4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0F977B-0F1A-481B-BD1B-6D44FDC99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AB8AC9-5CC7-4EFC-AC0B-049F6B531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61F640-386A-443B-9708-A314D79A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B301-81F5-4238-9A43-07B17721BF85}" type="datetime1">
              <a:rPr lang="fr-FR" smtClean="0"/>
              <a:t>24/11/2022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003D8C-9F88-4936-9468-91149B24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23694-DF0C-435A-BB75-84F6A1AC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96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B3396-1F2B-45BB-9282-0B4FE836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2F398F-574C-4D62-8764-1B26989DC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561EB9-22A7-4F64-9F59-538414452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1BBA3-F8C2-47EF-9602-1859C8BD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57BB0-3357-4204-92CF-43C04F4FFA1E}" type="datetime1">
              <a:rPr lang="fr-FR" smtClean="0"/>
              <a:t>24/11/2022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C8D5AD-91DD-4E1F-A09C-68524B54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8CCBFB-DDBE-4AC6-A4D7-8CCAC312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6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DEBE9-5F4A-4E6C-82C1-1C8B596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EA56B5-35C9-4DC0-8FA1-CA2D97A5E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B836D0-8478-4982-98F6-A6F7CE0F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FAB57-D298-4856-B02B-0F4A6F0F600A}" type="datetime1">
              <a:rPr lang="fr-FR" smtClean="0"/>
              <a:t>24/11/2022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0965E9-FCB0-4F5B-897D-EC9F06E9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546CC1-9BDA-4375-9ED5-7702CA10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7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DF4DBC5-0857-406F-9B0B-49EE0E31F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849488-7657-4758-AB53-3F125634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5FD13-E122-4E58-9D68-7E93E06B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997B-FC33-4AAC-B47C-BAF6E4E8D9E7}" type="datetime1">
              <a:rPr lang="fr-FR" smtClean="0"/>
              <a:t>24/11/2022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A1DE80-EC4A-4FC8-B448-47407847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DACE03-8677-4602-9797-9DC1BC5A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91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791F028-C547-4C15-94D4-F4111DCF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9FA9BE-FB49-4241-BAA1-3B6716B0B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A40CB4-D352-442A-9B62-8BF3647B8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7D251-361F-4C2E-81DA-2E7DDCD8F7D5}" type="datetime1">
              <a:rPr lang="fr-FR" smtClean="0"/>
              <a:t>24/11/2022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ADD21E-12B4-4E60-A942-4339717CB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BEF094-F7FD-48CB-8D1D-5C0AFA2C3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7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215703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/>
              <a:t>UX/UI &amp; Landing Page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Paris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53311" y="4391209"/>
            <a:ext cx="654291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Chapitre 1 : landing page </a:t>
            </a:r>
            <a:b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</a:b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FAD4A629-24B4-4FAE-8DCC-C22E2FA5A730}"/>
              </a:ext>
            </a:extLst>
          </p:cNvPr>
          <p:cNvGrpSpPr/>
          <p:nvPr/>
        </p:nvGrpSpPr>
        <p:grpSpPr>
          <a:xfrm>
            <a:off x="435936" y="-779130"/>
            <a:ext cx="6298362" cy="2571601"/>
            <a:chOff x="574159" y="-896088"/>
            <a:chExt cx="6298362" cy="25716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06CA3A-DB2C-4EDF-B180-243A6EE2F29E}"/>
                </a:ext>
              </a:extLst>
            </p:cNvPr>
            <p:cNvSpPr/>
            <p:nvPr/>
          </p:nvSpPr>
          <p:spPr>
            <a:xfrm>
              <a:off x="1265274" y="622890"/>
              <a:ext cx="1743738" cy="10526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E21E66-B7B9-43E6-940B-B05A5E1A18D2}"/>
                </a:ext>
              </a:extLst>
            </p:cNvPr>
            <p:cNvSpPr/>
            <p:nvPr/>
          </p:nvSpPr>
          <p:spPr>
            <a:xfrm>
              <a:off x="574159" y="297712"/>
              <a:ext cx="1743739" cy="97051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Titre 1">
              <a:extLst>
                <a:ext uri="{FF2B5EF4-FFF2-40B4-BE49-F238E27FC236}">
                  <a16:creationId xmlns:a16="http://schemas.microsoft.com/office/drawing/2014/main" id="{004A79D6-2688-4942-8432-E3877276557A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" y="-896088"/>
              <a:ext cx="5745470" cy="2387600"/>
            </a:xfrm>
            <a:prstGeom prst="rect">
              <a:avLst/>
            </a:prstGeom>
          </p:spPr>
          <p:txBody>
            <a:bodyPr anchor="b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ilka" panose="00000500000000000000" pitchFamily="50" charset="0"/>
                  <a:ea typeface="+mj-ea"/>
                  <a:cs typeface="+mj-cs"/>
                </a:defRPr>
              </a:lvl1pPr>
            </a:lstStyle>
            <a:p>
              <a:r>
                <a:rPr lang="fr-FR" dirty="0"/>
                <a:t>introduction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6D4A525-D06E-466C-A461-E6AD904F288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350F4BF-EDE9-4DC7-8ADC-D6AB7BA341EC}"/>
              </a:ext>
            </a:extLst>
          </p:cNvPr>
          <p:cNvSpPr txBox="1">
            <a:spLocks/>
          </p:cNvSpPr>
          <p:nvPr/>
        </p:nvSpPr>
        <p:spPr>
          <a:xfrm>
            <a:off x="6492949" y="3705086"/>
            <a:ext cx="569905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Qui suis-je ?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Déroulement du workshop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CONTEXTE du cours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7D6A0A9-CCFC-4FDD-83F1-6600DA04D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28" y="3129514"/>
            <a:ext cx="3540642" cy="2208431"/>
          </a:xfrm>
          <a:prstGeom prst="rect">
            <a:avLst/>
          </a:prstGeom>
        </p:spPr>
      </p:pic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C00E0682-CBB5-42C2-9457-021A05C1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15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06B6CA-5254-89E0-B114-FA610238918F}"/>
              </a:ext>
            </a:extLst>
          </p:cNvPr>
          <p:cNvSpPr/>
          <p:nvPr/>
        </p:nvSpPr>
        <p:spPr>
          <a:xfrm rot="1570370">
            <a:off x="-1811919" y="3418621"/>
            <a:ext cx="14913690" cy="1953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623EDC-376C-53E4-EEE5-48343529C792}"/>
              </a:ext>
            </a:extLst>
          </p:cNvPr>
          <p:cNvSpPr/>
          <p:nvPr/>
        </p:nvSpPr>
        <p:spPr>
          <a:xfrm rot="5118027">
            <a:off x="-1536757" y="2374162"/>
            <a:ext cx="7394924" cy="1953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1015719" y="4828311"/>
            <a:ext cx="63515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chapitre 01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pause          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chapitre 02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pause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chapitre 03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pause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chapitre 04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pause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chapitre 05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pause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étude de cas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pause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chapitre 06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4F95FDB-D7D5-CAF8-ECF3-D465F3B4D934}"/>
              </a:ext>
            </a:extLst>
          </p:cNvPr>
          <p:cNvSpPr txBox="1">
            <a:spLocks/>
          </p:cNvSpPr>
          <p:nvPr/>
        </p:nvSpPr>
        <p:spPr>
          <a:xfrm>
            <a:off x="3550137" y="4828311"/>
            <a:ext cx="63515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landing page - 55mn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5mn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design – 55mn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5mn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UX/UI design – 55mn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5mn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UX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writing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– 55mn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5mn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prototypage – 55mn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5mn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better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call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saul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– 55mn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5mn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: conversion – 55mn</a:t>
            </a:r>
          </a:p>
        </p:txBody>
      </p:sp>
    </p:spTree>
    <p:extLst>
      <p:ext uri="{BB962C8B-B14F-4D97-AF65-F5344CB8AC3E}">
        <p14:creationId xmlns:p14="http://schemas.microsoft.com/office/powerpoint/2010/main" val="119092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85209" y="4835174"/>
            <a:ext cx="63515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</a:t>
            </a:r>
            <a:r>
              <a:rPr lang="fr-FR" sz="20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ne </a:t>
            </a:r>
            <a:r>
              <a:rPr lang="fr-FR" sz="2000" b="1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landing page</a:t>
            </a:r>
            <a:r>
              <a:rPr lang="fr-FR" sz="20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, ou page d'atterrissage en français, est une page isolée d'un site Internet, destinée à être celle sur laquelle arrive un internaute, après avoir cliqué sur un lien externe.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85209" y="4064574"/>
            <a:ext cx="714896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LANDING PAGE : C’est quoi ?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C0D4C61B-49BB-43C6-9B8E-DD3D5A803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332" y="2066942"/>
            <a:ext cx="3958092" cy="314406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86D03E49-ED56-4C93-9D7B-3F2AB955F7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35" r="15953"/>
          <a:stretch/>
        </p:blipFill>
        <p:spPr>
          <a:xfrm>
            <a:off x="474576" y="435562"/>
            <a:ext cx="6788914" cy="295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151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C46FEF7-04E3-4705-8222-AC9D34CC0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5522"/>
            <a:ext cx="5102286" cy="50419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4986670" y="0"/>
            <a:ext cx="720533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5537471" y="1471660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</a:t>
            </a:r>
            <a:r>
              <a:rPr lang="fr-FR" sz="20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a landing page maximise vos chances de faire faire une action à vos visiteurs.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7768511" y="290016"/>
            <a:ext cx="412048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À quoi ça sert ?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C5794586-F75E-4EB5-AE54-D47C22B0CC3A}"/>
              </a:ext>
            </a:extLst>
          </p:cNvPr>
          <p:cNvSpPr txBox="1">
            <a:spLocks/>
          </p:cNvSpPr>
          <p:nvPr/>
        </p:nvSpPr>
        <p:spPr>
          <a:xfrm>
            <a:off x="5840473" y="5614678"/>
            <a:ext cx="635152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dONC</a:t>
            </a: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, LA LANDING PAGE C’EST UNE HOMEPAGE. 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A2359B88-C08C-4C02-A7DE-ADDDBD3831A6}"/>
              </a:ext>
            </a:extLst>
          </p:cNvPr>
          <p:cNvSpPr txBox="1">
            <a:spLocks/>
          </p:cNvSpPr>
          <p:nvPr/>
        </p:nvSpPr>
        <p:spPr>
          <a:xfrm>
            <a:off x="5154120" y="2954466"/>
            <a:ext cx="6870430" cy="4284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2800" i="0" dirty="0">
                <a:solidFill>
                  <a:schemeClr val="accent5">
                    <a:lumMod val="50000"/>
                  </a:schemeClr>
                </a:solidFill>
                <a:effectLst/>
                <a:latin typeface="Poppins" panose="00000500000000000000" pitchFamily="2" charset="0"/>
              </a:rPr>
              <a:t> </a:t>
            </a:r>
          </a:p>
          <a:p>
            <a:pPr algn="r"/>
            <a:r>
              <a:rPr lang="fr-FR" sz="2800" dirty="0">
                <a:solidFill>
                  <a:schemeClr val="accent5">
                    <a:lumMod val="50000"/>
                  </a:schemeClr>
                </a:solidFill>
                <a:latin typeface="Poppins" panose="00000500000000000000" pitchFamily="2" charset="0"/>
              </a:rPr>
              <a:t>son but ultime, c’est la conversion.</a:t>
            </a:r>
            <a:endParaRPr lang="fr-FR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592AC071-C849-4996-A791-9840B5C2B0F8}"/>
              </a:ext>
            </a:extLst>
          </p:cNvPr>
          <p:cNvSpPr txBox="1">
            <a:spLocks/>
          </p:cNvSpPr>
          <p:nvPr/>
        </p:nvSpPr>
        <p:spPr>
          <a:xfrm>
            <a:off x="5654429" y="4043333"/>
            <a:ext cx="6351526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</a:t>
            </a:r>
            <a:r>
              <a:rPr lang="fr-FR" sz="20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a landing page répond à un objectif prédéfini.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62013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Pas vraiment.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52E18FF-AB73-4EBE-BE2A-CE34BE252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371" y="1381417"/>
            <a:ext cx="10060837" cy="521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8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cas Uber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9396490-8052-4979-9B8B-E514470AC4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11"/>
          <a:stretch/>
        </p:blipFill>
        <p:spPr>
          <a:xfrm>
            <a:off x="0" y="1381417"/>
            <a:ext cx="12192000" cy="493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515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cas Uber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C948920-FAFF-4171-B3CB-5D80BE90A6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141"/>
          <a:stretch/>
        </p:blipFill>
        <p:spPr>
          <a:xfrm>
            <a:off x="0" y="1381417"/>
            <a:ext cx="12192000" cy="493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55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AC8942-17A7-4DB3-95C5-4037A1437457}"/>
              </a:ext>
            </a:extLst>
          </p:cNvPr>
          <p:cNvSpPr/>
          <p:nvPr/>
        </p:nvSpPr>
        <p:spPr>
          <a:xfrm>
            <a:off x="572643" y="1579920"/>
            <a:ext cx="3180649" cy="15588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3B8D2B-4865-40F2-B936-203BFD10ACFB}"/>
              </a:ext>
            </a:extLst>
          </p:cNvPr>
          <p:cNvSpPr/>
          <p:nvPr/>
        </p:nvSpPr>
        <p:spPr>
          <a:xfrm>
            <a:off x="572643" y="344383"/>
            <a:ext cx="6285356" cy="15588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9A82476-6D34-45CD-9678-EFB07FC16593}"/>
              </a:ext>
            </a:extLst>
          </p:cNvPr>
          <p:cNvSpPr txBox="1">
            <a:spLocks/>
          </p:cNvSpPr>
          <p:nvPr/>
        </p:nvSpPr>
        <p:spPr>
          <a:xfrm>
            <a:off x="572643" y="4425495"/>
            <a:ext cx="705061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15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C’est </a:t>
            </a:r>
            <a:r>
              <a:rPr lang="fr-FR" sz="11500" dirty="0">
                <a:solidFill>
                  <a:schemeClr val="accent5">
                    <a:lumMod val="50000"/>
                  </a:schemeClr>
                </a:solidFill>
                <a:latin typeface="Bebas Neue" panose="020B0606020202050201" pitchFamily="34" charset="0"/>
              </a:rPr>
              <a:t>hyper</a:t>
            </a:r>
            <a:r>
              <a:rPr lang="fr-FR" sz="115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important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8C64F8E2-4115-4396-BC34-51D64AD51E79}"/>
              </a:ext>
            </a:extLst>
          </p:cNvPr>
          <p:cNvSpPr txBox="1">
            <a:spLocks/>
          </p:cNvSpPr>
          <p:nvPr/>
        </p:nvSpPr>
        <p:spPr>
          <a:xfrm>
            <a:off x="572643" y="2147640"/>
            <a:ext cx="7565090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8000" b="1" dirty="0"/>
              <a:t>la landing page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31C5EC-5354-4343-B6BF-90E3DEC19D1E}"/>
              </a:ext>
            </a:extLst>
          </p:cNvPr>
          <p:cNvSpPr/>
          <p:nvPr/>
        </p:nvSpPr>
        <p:spPr>
          <a:xfrm>
            <a:off x="684027" y="6371253"/>
            <a:ext cx="2840408" cy="142364"/>
          </a:xfrm>
          <a:prstGeom prst="rect">
            <a:avLst/>
          </a:prstGeom>
          <a:solidFill>
            <a:srgbClr val="1F4E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F4E79"/>
              </a:solidFill>
            </a:endParaRP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A4E87F3C-8639-482B-AE0B-671BC8EC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699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cas MICROSOFT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C78EDD4-0A5E-4EC5-A611-39915B6D87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066"/>
          <a:stretch/>
        </p:blipFill>
        <p:spPr>
          <a:xfrm>
            <a:off x="0" y="1502145"/>
            <a:ext cx="12192000" cy="486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65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d’une landing page 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952209"/>
            <a:ext cx="685140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1.  l’accroche</a:t>
            </a:r>
            <a:endParaRPr lang="fr-FR" sz="66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97578D8-E19F-41D8-80D5-AA52D5033E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98" t="15371" r="4178" b="6736"/>
          <a:stretch/>
        </p:blipFill>
        <p:spPr>
          <a:xfrm>
            <a:off x="1047695" y="2863237"/>
            <a:ext cx="10306105" cy="364399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3C7CCB0-B072-4F3E-8153-FACF8EDC1046}"/>
              </a:ext>
            </a:extLst>
          </p:cNvPr>
          <p:cNvSpPr/>
          <p:nvPr/>
        </p:nvSpPr>
        <p:spPr>
          <a:xfrm>
            <a:off x="838199" y="3019646"/>
            <a:ext cx="4052777" cy="1350335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932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d’une landing page 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6" y="1952209"/>
            <a:ext cx="857387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  <a:latin typeface="Poppins" panose="00000500000000000000" pitchFamily="2" charset="0"/>
              </a:rPr>
              <a:t>2</a:t>
            </a:r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.  la description</a:t>
            </a:r>
            <a:endParaRPr lang="fr-FR" sz="66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66C5C31-B3A9-40EE-9634-0D7BFCA0C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102" y="2851473"/>
            <a:ext cx="7964561" cy="373451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570413D-1A75-4C01-A60C-5B1302BCA45B}"/>
              </a:ext>
            </a:extLst>
          </p:cNvPr>
          <p:cNvSpPr/>
          <p:nvPr/>
        </p:nvSpPr>
        <p:spPr>
          <a:xfrm>
            <a:off x="2720162" y="4540102"/>
            <a:ext cx="7217736" cy="96756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22F4BC-DB0D-4981-A6D0-B75EB325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849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d’une landing page 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6" y="1952209"/>
            <a:ext cx="857387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3.  </a:t>
            </a:r>
            <a:r>
              <a:rPr lang="fr-FR" sz="6600" dirty="0">
                <a:solidFill>
                  <a:srgbClr val="303030"/>
                </a:solidFill>
                <a:latin typeface="Poppins" panose="00000500000000000000" pitchFamily="2" charset="0"/>
              </a:rPr>
              <a:t>l</a:t>
            </a:r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e call-to-action</a:t>
            </a:r>
            <a:endParaRPr lang="fr-FR" sz="66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E664AE5-246E-4FE7-87B6-432BB878B5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186"/>
          <a:stretch/>
        </p:blipFill>
        <p:spPr>
          <a:xfrm>
            <a:off x="261777" y="4854397"/>
            <a:ext cx="5834224" cy="18045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0D19C4B-4265-4B16-AA7B-6C757D46B1C5}"/>
              </a:ext>
            </a:extLst>
          </p:cNvPr>
          <p:cNvSpPr/>
          <p:nvPr/>
        </p:nvSpPr>
        <p:spPr>
          <a:xfrm>
            <a:off x="388242" y="6028660"/>
            <a:ext cx="2108226" cy="53162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D11A8C0-3E7D-41CA-B94F-60DCADE30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42" y="2795045"/>
            <a:ext cx="3311589" cy="17131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B8B26D5-53F5-40BD-9B87-CE54E6D1B314}"/>
              </a:ext>
            </a:extLst>
          </p:cNvPr>
          <p:cNvSpPr/>
          <p:nvPr/>
        </p:nvSpPr>
        <p:spPr>
          <a:xfrm>
            <a:off x="498111" y="3651600"/>
            <a:ext cx="3021266" cy="367507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C24FAAB-BEC5-4FEA-A09C-C5F342FF7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738" y="2795045"/>
            <a:ext cx="4845889" cy="386393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AE0E7FD-52F4-4535-831C-1B6AF7AACFFA}"/>
              </a:ext>
            </a:extLst>
          </p:cNvPr>
          <p:cNvSpPr/>
          <p:nvPr/>
        </p:nvSpPr>
        <p:spPr>
          <a:xfrm>
            <a:off x="6615375" y="5756690"/>
            <a:ext cx="3379229" cy="80359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B3F8812C-3B82-4754-A3DA-F6A53B72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259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Les éléments d’une landing page 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952209"/>
            <a:ext cx="685140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le cas Tinder </a:t>
            </a:r>
            <a:endParaRPr lang="fr-FR" sz="6600" dirty="0">
              <a:solidFill>
                <a:schemeClr val="bg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E2EF549-4422-4375-A238-15BA17613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61" y="2905456"/>
            <a:ext cx="9576932" cy="3952544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A5EFE1F-2F36-494B-9618-7FFFF3C8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679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00147" y="1329398"/>
            <a:ext cx="6351526" cy="69993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landing page permet de se positionner sur une niche et gagner des parts de marché. 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00147" y="336041"/>
            <a:ext cx="9275479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Landing page et positionnement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A13741E2-6290-4760-BABA-F25CC69E6BE7}"/>
              </a:ext>
            </a:extLst>
          </p:cNvPr>
          <p:cNvSpPr txBox="1">
            <a:spLocks/>
          </p:cNvSpPr>
          <p:nvPr/>
        </p:nvSpPr>
        <p:spPr>
          <a:xfrm>
            <a:off x="400147" y="2230543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cas des cartes d’anniversaire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003D6FE-1D86-47FE-9840-6444F9979B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49"/>
          <a:stretch/>
        </p:blipFill>
        <p:spPr>
          <a:xfrm>
            <a:off x="490697" y="3287831"/>
            <a:ext cx="8828912" cy="323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242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9E62A6E-D916-4072-877C-E5F68DA0A664}"/>
              </a:ext>
            </a:extLst>
          </p:cNvPr>
          <p:cNvSpPr txBox="1">
            <a:spLocks/>
          </p:cNvSpPr>
          <p:nvPr/>
        </p:nvSpPr>
        <p:spPr>
          <a:xfrm>
            <a:off x="400147" y="336041"/>
            <a:ext cx="9275479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cas DE FIZZLE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3F9490C6-2342-4B3E-9B71-E071ACD02906}"/>
              </a:ext>
            </a:extLst>
          </p:cNvPr>
          <p:cNvSpPr txBox="1">
            <a:spLocks/>
          </p:cNvSpPr>
          <p:nvPr/>
        </p:nvSpPr>
        <p:spPr>
          <a:xfrm>
            <a:off x="400147" y="1525973"/>
            <a:ext cx="6351526" cy="69993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en créant une landing page à part entière,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Fizzle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s’est positionné sur les cartes d’anniversaire pour les 50 ans.</a:t>
            </a:r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7457064-D873-4A84-92E2-97402CBC16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31"/>
          <a:stretch/>
        </p:blipFill>
        <p:spPr>
          <a:xfrm>
            <a:off x="493304" y="3287831"/>
            <a:ext cx="9089163" cy="3234128"/>
          </a:xfrm>
          <a:prstGeom prst="rect">
            <a:avLst/>
          </a:prstGeom>
        </p:spPr>
      </p:pic>
      <p:sp>
        <p:nvSpPr>
          <p:cNvPr id="15" name="Titre 1">
            <a:extLst>
              <a:ext uri="{FF2B5EF4-FFF2-40B4-BE49-F238E27FC236}">
                <a16:creationId xmlns:a16="http://schemas.microsoft.com/office/drawing/2014/main" id="{97E22E68-9ECE-4C3D-8305-B6F804B3C7C1}"/>
              </a:ext>
            </a:extLst>
          </p:cNvPr>
          <p:cNvSpPr txBox="1">
            <a:spLocks/>
          </p:cNvSpPr>
          <p:nvPr/>
        </p:nvSpPr>
        <p:spPr>
          <a:xfrm>
            <a:off x="400147" y="2277563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Elle n’est pas indexée sur son site Web</a:t>
            </a:r>
          </a:p>
        </p:txBody>
      </p:sp>
    </p:spTree>
    <p:extLst>
      <p:ext uri="{BB962C8B-B14F-4D97-AF65-F5344CB8AC3E}">
        <p14:creationId xmlns:p14="http://schemas.microsoft.com/office/powerpoint/2010/main" val="302874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NEXT STEP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83288" y="3993661"/>
            <a:ext cx="1162542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Introduction au design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Charte graphique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UX/UI design</a:t>
            </a:r>
            <a:endParaRPr lang="fr-FR" sz="66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EEB3360-C8BE-4C8A-9532-72FAF102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883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314</Words>
  <Application>Microsoft Office PowerPoint</Application>
  <PresentationFormat>Grand écran</PresentationFormat>
  <Paragraphs>79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4" baseType="lpstr">
      <vt:lpstr>Arial</vt:lpstr>
      <vt:lpstr>Bebas Neue</vt:lpstr>
      <vt:lpstr>Calibri</vt:lpstr>
      <vt:lpstr>Calibri Light</vt:lpstr>
      <vt:lpstr>Poppins</vt:lpstr>
      <vt:lpstr>Silka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Lading page</dc:title>
  <dc:creator>Fayçal Sellam</dc:creator>
  <cp:lastModifiedBy>User1</cp:lastModifiedBy>
  <cp:revision>9</cp:revision>
  <dcterms:created xsi:type="dcterms:W3CDTF">2021-11-16T19:28:52Z</dcterms:created>
  <dcterms:modified xsi:type="dcterms:W3CDTF">2022-11-24T06:43:32Z</dcterms:modified>
</cp:coreProperties>
</file>