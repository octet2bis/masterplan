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76" r:id="rId3"/>
    <p:sldId id="277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19E"/>
    <a:srgbClr val="1871A9"/>
    <a:srgbClr val="BEC2E8"/>
    <a:srgbClr val="B4C7E7"/>
    <a:srgbClr val="1F4E79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DBC1DB-F904-4ED4-91EC-ED869F3FE908}" type="datetimeFigureOut">
              <a:rPr lang="fr-FR" smtClean="0"/>
              <a:t>10/10/2024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77C7D-0C16-438B-AA37-6324CDB825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29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2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A1499D-1446-4E04-AAE9-0F53FA0E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34F14D-AFF3-470D-9806-087CEC071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E0A6ED-3CC6-4D50-9CFE-05B3EBC50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5E6A-7D02-4E43-8ACA-C8662A82C9C4}" type="datetime1">
              <a:rPr lang="fr-FR" smtClean="0"/>
              <a:t>10/10/2024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890BC0-0958-4CAE-95AE-5D71BF12E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D66F5F-8328-4338-AC3F-32239B5C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198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B48302-A599-4833-AFC0-1323DBCA6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26B1E1-2F99-4DEF-9452-DD20A9E98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D01FB8-A82C-49BF-9B46-6E439F44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07CDB-0744-4C76-93AB-E8B7EE07BA7F}" type="datetime1">
              <a:rPr lang="fr-FR" smtClean="0"/>
              <a:t>10/10/2024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B381A4-F05D-4CF1-BBFA-7932ECE60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91D034-9C23-435C-991A-F06A3390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327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74BE04-6C9D-4EAD-BE8B-D9477278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5BF750-F6A3-4EE1-B9AA-1BAFCDAA2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EDE41D-71C0-45B1-8D96-ECBA40957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619CCB-53F4-46FD-9ED6-652BDF617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0AA8-DB14-44C6-956E-F6E0EEAD56F9}" type="datetime1">
              <a:rPr lang="fr-FR" smtClean="0"/>
              <a:t>10/10/2024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918141-0A9D-4E94-8BF9-58166F39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443D87-8997-4BC2-A259-8FD4500D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6089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C3BF19-4476-4566-9CEC-3E2E626D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9F6A3E-7141-4F74-BDA1-96690C752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641606-4939-4363-A8A2-26AFCBDA3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676DEDB-0060-4A12-88A2-CFA6C3E00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9DA22D7-639D-4375-948A-DD772BA06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FE85279-70F7-4898-BABF-33CAF59F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4878F-7FAE-40E5-87E0-15E2E5B585C8}" type="datetime1">
              <a:rPr lang="fr-FR" smtClean="0"/>
              <a:t>10/10/2024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ED99652-4A05-49D9-9BEC-E92BDF55C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CBAE0A0-FCC4-4F4C-8F90-12132C83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48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005936-6A3A-4300-ACFE-EEDFBC97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68909AB-093A-4BCB-9825-82200B0AD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2122-D94C-419B-8AC0-48C98DAE3707}" type="datetime1">
              <a:rPr lang="fr-FR" smtClean="0"/>
              <a:t>10/10/2024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1D1FF6E-F117-4151-9947-B6E031BBD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FBC609-8C3A-4465-A7A9-2F6436572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311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AFA2BCE-5BE9-4F89-9981-DCBA0F851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DC048-C528-4723-899C-F8862751532C}" type="datetime1">
              <a:rPr lang="fr-FR" smtClean="0"/>
              <a:t>10/10/2024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398552-706C-48C2-9C3B-288B6BF4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C78B2F-BF9F-4817-A1EC-58AACDA0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7826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CCA24E-0E39-467C-916D-53B9FDD4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0F977B-0F1A-481B-BD1B-6D44FDC99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AB8AC9-5CC7-4EFC-AC0B-049F6B531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61F640-386A-443B-9708-A314D79A4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B301-81F5-4238-9A43-07B17721BF85}" type="datetime1">
              <a:rPr lang="fr-FR" smtClean="0"/>
              <a:t>10/10/2024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003D8C-9F88-4936-9468-91149B24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623694-DF0C-435A-BB75-84F6A1AC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496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2B3396-1F2B-45BB-9282-0B4FE8365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B2F398F-574C-4D62-8764-1B26989DC0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561EB9-22A7-4F64-9F59-538414452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A1BBA3-F8C2-47EF-9602-1859C8BD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57BB0-3357-4204-92CF-43C04F4FFA1E}" type="datetime1">
              <a:rPr lang="fr-FR" smtClean="0"/>
              <a:t>10/10/2024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C8D5AD-91DD-4E1F-A09C-68524B545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8CCBFB-DDBE-4AC6-A4D7-8CCAC312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6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6DEBE9-5F4A-4E6C-82C1-1C8B596E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EA56B5-35C9-4DC0-8FA1-CA2D97A5E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B836D0-8478-4982-98F6-A6F7CE0F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FAB57-D298-4856-B02B-0F4A6F0F600A}" type="datetime1">
              <a:rPr lang="fr-FR" smtClean="0"/>
              <a:t>10/10/2024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0965E9-FCB0-4F5B-897D-EC9F06E9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546CC1-9BDA-4375-9ED5-7702CA10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7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DF4DBC5-0857-406F-9B0B-49EE0E31F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B849488-7657-4758-AB53-3F1256341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95FD13-E122-4E58-9D68-7E93E06BC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1997B-FC33-4AAC-B47C-BAF6E4E8D9E7}" type="datetime1">
              <a:rPr lang="fr-FR" smtClean="0"/>
              <a:t>10/10/2024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A1DE80-EC4A-4FC8-B448-47407847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DACE03-8677-4602-9797-9DC1BC5A9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91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791F028-C547-4C15-94D4-F4111DCF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9FA9BE-FB49-4241-BAA1-3B6716B0B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A40CB4-D352-442A-9B62-8BF3647B8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7D251-361F-4C2E-81DA-2E7DDCD8F7D5}" type="datetime1">
              <a:rPr lang="fr-FR" smtClean="0"/>
              <a:t>10/10/2024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ADD21E-12B4-4E60-A942-4339717CB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BEF094-F7FD-48CB-8D1D-5C0AFA2C3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7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r>
              <a:rPr lang="fr-FR" dirty="0"/>
              <a:t>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708128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53311" y="215703"/>
            <a:ext cx="5745470" cy="23876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dirty="0"/>
              <a:t>introduction au SEO</a:t>
            </a: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C6E2C8AC-AFB2-4A02-A569-68D2D194B9DD}"/>
              </a:ext>
            </a:extLst>
          </p:cNvPr>
          <p:cNvSpPr txBox="1">
            <a:spLocks/>
          </p:cNvSpPr>
          <p:nvPr/>
        </p:nvSpPr>
        <p:spPr>
          <a:xfrm>
            <a:off x="274502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FS Consulting 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8DA517E-F120-4AA3-8829-AE4F48BF9D63}"/>
              </a:ext>
            </a:extLst>
          </p:cNvPr>
          <p:cNvSpPr txBox="1">
            <a:spLocks/>
          </p:cNvSpPr>
          <p:nvPr/>
        </p:nvSpPr>
        <p:spPr>
          <a:xfrm>
            <a:off x="10374903" y="6356350"/>
            <a:ext cx="1817097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Rocket </a:t>
            </a:r>
            <a:r>
              <a:rPr lang="fr-FR" sz="1200" dirty="0" err="1">
                <a:latin typeface="Silka" panose="00000500000000000000" pitchFamily="50" charset="0"/>
              </a:rPr>
              <a:t>School</a:t>
            </a:r>
            <a:r>
              <a:rPr lang="fr-FR" sz="1200" dirty="0">
                <a:latin typeface="Silka" panose="00000500000000000000" pitchFamily="50" charset="0"/>
              </a:rPr>
              <a:t> Paris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144967" y="4391209"/>
            <a:ext cx="685125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cas pratique : </a:t>
            </a:r>
          </a:p>
          <a:p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Better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call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saul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12" name="Picture 2" descr="École de Marketing, Customer Success et Vente nouvelle génération | Rocket  School">
            <a:extLst>
              <a:ext uri="{FF2B5EF4-FFF2-40B4-BE49-F238E27FC236}">
                <a16:creationId xmlns:a16="http://schemas.microsoft.com/office/drawing/2014/main" id="{4FC9F2F4-AB66-4486-A0A4-4E524E89B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458" y="554440"/>
            <a:ext cx="2804774" cy="98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060305A-CB28-4182-807A-8A1B30341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766" y="4586709"/>
            <a:ext cx="2456466" cy="153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0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83288" y="24721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vous avez une mission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84193" y="5694142"/>
            <a:ext cx="8326407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chemeClr val="bg1"/>
                </a:solidFill>
                <a:latin typeface="Poppins" panose="00000500000000000000" pitchFamily="2" charset="0"/>
              </a:rPr>
              <a:t>vous êtes contacté par Saul Goodman pour une optimisation SEO.</a:t>
            </a:r>
          </a:p>
          <a:p>
            <a:r>
              <a:rPr lang="fr-FR" sz="2400" dirty="0">
                <a:solidFill>
                  <a:schemeClr val="bg1"/>
                </a:solidFill>
                <a:latin typeface="Poppins" panose="00000500000000000000" pitchFamily="2" charset="0"/>
              </a:rPr>
              <a:t> </a:t>
            </a:r>
          </a:p>
          <a:p>
            <a:r>
              <a:rPr lang="fr-FR" sz="2400" dirty="0">
                <a:solidFill>
                  <a:schemeClr val="bg1"/>
                </a:solidFill>
                <a:latin typeface="Poppins" panose="00000500000000000000" pitchFamily="2" charset="0"/>
              </a:rPr>
              <a:t>Saul Goodman est un avocat spécialisé dans le droit pénal. </a:t>
            </a:r>
          </a:p>
          <a:p>
            <a:endParaRPr lang="fr-FR" sz="24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r>
              <a:rPr lang="fr-FR" sz="2400" dirty="0">
                <a:solidFill>
                  <a:schemeClr val="bg1"/>
                </a:solidFill>
                <a:latin typeface="Poppins" panose="00000500000000000000" pitchFamily="2" charset="0"/>
              </a:rPr>
              <a:t>son cœur de cible sont les repris de justice et les personnes ayant commis des délits mineurs qui souhaitent s’en sortir.</a:t>
            </a:r>
          </a:p>
          <a:p>
            <a:endParaRPr lang="fr-FR" sz="24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r>
              <a:rPr lang="fr-FR" sz="2400" dirty="0">
                <a:solidFill>
                  <a:schemeClr val="bg1"/>
                </a:solidFill>
                <a:latin typeface="Poppins" panose="00000500000000000000" pitchFamily="2" charset="0"/>
              </a:rPr>
              <a:t>Saul vous demande d’optimiser sa </a:t>
            </a:r>
            <a:r>
              <a:rPr lang="fr-FR" sz="2400" dirty="0" err="1">
                <a:solidFill>
                  <a:schemeClr val="bg1"/>
                </a:solidFill>
                <a:latin typeface="Poppins" panose="00000500000000000000" pitchFamily="2" charset="0"/>
              </a:rPr>
              <a:t>homepage</a:t>
            </a:r>
            <a:r>
              <a:rPr lang="fr-FR" sz="2400" dirty="0">
                <a:solidFill>
                  <a:schemeClr val="bg1"/>
                </a:solidFill>
                <a:latin typeface="Poppins" panose="00000500000000000000" pitchFamily="2" charset="0"/>
              </a:rPr>
              <a:t> afin d’être mieux référencé sur Google et trouver plus de clients. </a:t>
            </a:r>
          </a:p>
          <a:p>
            <a:endParaRPr lang="fr-FR" sz="24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r>
              <a:rPr lang="fr-FR" sz="2400" dirty="0">
                <a:solidFill>
                  <a:schemeClr val="bg1"/>
                </a:solidFill>
                <a:latin typeface="Poppins" panose="00000500000000000000" pitchFamily="2" charset="0"/>
              </a:rPr>
              <a:t>son optimisation on-page est déplorable et tout est à refaire.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EEB3360-C8BE-4C8A-9532-72FAF102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2</a:t>
            </a:fld>
            <a:endParaRPr lang="fr-FR"/>
          </a:p>
        </p:txBody>
      </p:sp>
      <p:pic>
        <p:nvPicPr>
          <p:cNvPr id="1026" name="Picture 2" descr="Better Call Saul Logo PNG Vector (AI) Free Download">
            <a:extLst>
              <a:ext uri="{FF2B5EF4-FFF2-40B4-BE49-F238E27FC236}">
                <a16:creationId xmlns:a16="http://schemas.microsoft.com/office/drawing/2014/main" id="{52F7E4D8-E4C9-78D7-BFE4-39FB29377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0" y="0"/>
            <a:ext cx="28575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88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83288" y="24721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vous avez une mission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EEB3360-C8BE-4C8A-9532-72FAF102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3</a:t>
            </a:fld>
            <a:endParaRPr lang="fr-FR"/>
          </a:p>
        </p:txBody>
      </p:sp>
      <p:pic>
        <p:nvPicPr>
          <p:cNvPr id="1026" name="Picture 2" descr="Better Call Saul Logo PNG Vector (AI) Free Download">
            <a:extLst>
              <a:ext uri="{FF2B5EF4-FFF2-40B4-BE49-F238E27FC236}">
                <a16:creationId xmlns:a16="http://schemas.microsoft.com/office/drawing/2014/main" id="{52F7E4D8-E4C9-78D7-BFE4-39FB29377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0" y="0"/>
            <a:ext cx="28575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AF8A19F7-E850-4088-FC26-1B49B7C9D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8322" y="4492797"/>
            <a:ext cx="2859264" cy="190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54511957-CB17-5259-E20B-6CBF04284AC5}"/>
              </a:ext>
            </a:extLst>
          </p:cNvPr>
          <p:cNvSpPr txBox="1">
            <a:spLocks/>
          </p:cNvSpPr>
          <p:nvPr/>
        </p:nvSpPr>
        <p:spPr>
          <a:xfrm>
            <a:off x="283288" y="4802529"/>
            <a:ext cx="859747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chemeClr val="bg1"/>
                </a:solidFill>
                <a:latin typeface="Poppins" panose="00000500000000000000" pitchFamily="2" charset="0"/>
              </a:rPr>
              <a:t>votre mission consiste à : </a:t>
            </a:r>
          </a:p>
          <a:p>
            <a:r>
              <a:rPr lang="fr-FR" sz="2000" dirty="0">
                <a:solidFill>
                  <a:schemeClr val="bg1"/>
                </a:solidFill>
                <a:latin typeface="Poppins" panose="00000500000000000000" pitchFamily="2" charset="0"/>
              </a:rPr>
              <a:t>1. trouver un mot-clé pertinent pour son activité et lui expliquer votre choix</a:t>
            </a:r>
          </a:p>
          <a:p>
            <a:r>
              <a:rPr lang="fr-FR" sz="2000" dirty="0">
                <a:solidFill>
                  <a:schemeClr val="bg1"/>
                </a:solidFill>
                <a:latin typeface="Poppins" panose="00000500000000000000" pitchFamily="2" charset="0"/>
              </a:rPr>
              <a:t>2. proposer des LSI pour enrichir son contenu sémantique</a:t>
            </a:r>
          </a:p>
          <a:p>
            <a:r>
              <a:rPr lang="fr-FR" sz="2000" dirty="0">
                <a:solidFill>
                  <a:schemeClr val="bg1"/>
                </a:solidFill>
                <a:latin typeface="Poppins" panose="00000500000000000000" pitchFamily="2" charset="0"/>
              </a:rPr>
              <a:t>3. rédiger une </a:t>
            </a:r>
            <a:r>
              <a:rPr lang="fr-FR" sz="2000" dirty="0" err="1">
                <a:solidFill>
                  <a:schemeClr val="bg1"/>
                </a:solidFill>
                <a:latin typeface="Poppins" panose="00000500000000000000" pitchFamily="2" charset="0"/>
              </a:rPr>
              <a:t>meta</a:t>
            </a:r>
            <a:r>
              <a:rPr lang="fr-FR" sz="2000" dirty="0">
                <a:solidFill>
                  <a:schemeClr val="bg1"/>
                </a:solidFill>
                <a:latin typeface="Poppins" panose="00000500000000000000" pitchFamily="2" charset="0"/>
              </a:rPr>
              <a:t>-description</a:t>
            </a:r>
          </a:p>
          <a:p>
            <a:r>
              <a:rPr lang="fr-FR" sz="2000" dirty="0">
                <a:solidFill>
                  <a:schemeClr val="bg1"/>
                </a:solidFill>
                <a:latin typeface="Poppins" panose="00000500000000000000" pitchFamily="2" charset="0"/>
              </a:rPr>
              <a:t>4. rédiger un </a:t>
            </a:r>
            <a:r>
              <a:rPr lang="fr-FR" sz="2000" dirty="0" err="1">
                <a:solidFill>
                  <a:schemeClr val="bg1"/>
                </a:solidFill>
                <a:latin typeface="Poppins" panose="00000500000000000000" pitchFamily="2" charset="0"/>
              </a:rPr>
              <a:t>meta-title</a:t>
            </a:r>
            <a:r>
              <a:rPr lang="fr-FR" sz="2000" dirty="0">
                <a:solidFill>
                  <a:schemeClr val="bg1"/>
                </a:solidFill>
                <a:latin typeface="Poppins" panose="00000500000000000000" pitchFamily="2" charset="0"/>
              </a:rPr>
              <a:t> </a:t>
            </a:r>
          </a:p>
          <a:p>
            <a:r>
              <a:rPr lang="fr-FR" sz="2000" dirty="0">
                <a:solidFill>
                  <a:schemeClr val="bg1"/>
                </a:solidFill>
                <a:latin typeface="Poppins" panose="00000500000000000000" pitchFamily="2" charset="0"/>
              </a:rPr>
              <a:t>5. rédiger le texte qui figurera en premier sur sa landing page (200 mots max)</a:t>
            </a:r>
          </a:p>
          <a:p>
            <a:r>
              <a:rPr lang="fr-FR" sz="2000" dirty="0">
                <a:solidFill>
                  <a:schemeClr val="bg1"/>
                </a:solidFill>
                <a:latin typeface="Poppins" panose="00000500000000000000" pitchFamily="2" charset="0"/>
              </a:rPr>
              <a:t>6. renommer ses images et leur donner une balise-alt. </a:t>
            </a:r>
          </a:p>
          <a:p>
            <a:r>
              <a:rPr lang="fr-FR" sz="2000" dirty="0">
                <a:solidFill>
                  <a:schemeClr val="bg1"/>
                </a:solidFill>
                <a:latin typeface="Poppins" panose="00000500000000000000" pitchFamily="2" charset="0"/>
              </a:rPr>
              <a:t>7. préconiser un tunnel de vente selon l’intention de recherche du mot-clé que vous aurez choisi et expliquer votre choix</a:t>
            </a:r>
          </a:p>
          <a:p>
            <a:endParaRPr lang="fr-FR" sz="20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endParaRPr lang="fr-FR" sz="20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r>
              <a:rPr lang="fr-FR" sz="2000" dirty="0">
                <a:solidFill>
                  <a:schemeClr val="bg1"/>
                </a:solidFill>
                <a:latin typeface="Poppins" panose="00000500000000000000" pitchFamily="2" charset="0"/>
              </a:rPr>
              <a:t>Voici ses images :</a:t>
            </a:r>
          </a:p>
          <a:p>
            <a:endParaRPr lang="fr-FR" sz="2000" dirty="0">
              <a:solidFill>
                <a:schemeClr val="bg1"/>
              </a:solidFill>
              <a:latin typeface="Poppins" panose="00000500000000000000" pitchFamily="2" charset="0"/>
            </a:endParaRPr>
          </a:p>
        </p:txBody>
      </p:sp>
      <p:pic>
        <p:nvPicPr>
          <p:cNvPr id="7" name="Picture 8" descr="Better Call Saul season 6 episode 11 recap: So bad, so broken | EW.com">
            <a:extLst>
              <a:ext uri="{FF2B5EF4-FFF2-40B4-BE49-F238E27FC236}">
                <a16:creationId xmlns:a16="http://schemas.microsoft.com/office/drawing/2014/main" id="{F298EF96-4281-EFE7-0996-69B8E2687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981375" y="4802529"/>
            <a:ext cx="2857500" cy="190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 descr="Better Call Saul, c'est l'histoire d'un mec… – Le Cri du Troll">
            <a:extLst>
              <a:ext uri="{FF2B5EF4-FFF2-40B4-BE49-F238E27FC236}">
                <a16:creationId xmlns:a16="http://schemas.microsoft.com/office/drawing/2014/main" id="{E6D76107-A6F1-6818-85D2-491D897960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06"/>
          <a:stretch/>
        </p:blipFill>
        <p:spPr bwMode="auto">
          <a:xfrm>
            <a:off x="9817954" y="1784844"/>
            <a:ext cx="1890591" cy="190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6292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5632</TotalTime>
  <Words>192</Words>
  <Application>Microsoft Office PowerPoint</Application>
  <PresentationFormat>Grand écran</PresentationFormat>
  <Paragraphs>30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0" baseType="lpstr">
      <vt:lpstr>Arial</vt:lpstr>
      <vt:lpstr>Bebas Neue</vt:lpstr>
      <vt:lpstr>Calibri</vt:lpstr>
      <vt:lpstr>Calibri Light</vt:lpstr>
      <vt:lpstr>Poppins</vt:lpstr>
      <vt:lpstr>Silka</vt:lpstr>
      <vt:lpstr>Thème Office</vt:lpstr>
      <vt:lpstr>b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Lading page</dc:title>
  <dc:creator>Fayçal Sellam</dc:creator>
  <cp:lastModifiedBy>Adel Akouche</cp:lastModifiedBy>
  <cp:revision>26</cp:revision>
  <dcterms:created xsi:type="dcterms:W3CDTF">2021-11-16T19:28:52Z</dcterms:created>
  <dcterms:modified xsi:type="dcterms:W3CDTF">2024-10-10T13:02:23Z</dcterms:modified>
</cp:coreProperties>
</file>